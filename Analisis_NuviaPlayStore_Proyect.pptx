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4464028"/>
            <a:ext cx="6858000" cy="1194650"/>
          </a:xfrm>
        </p:spPr>
        <p:txBody>
          <a:bodyPr wrap="none" anchor="t">
            <a:normAutofit/>
          </a:bodyPr>
          <a:lstStyle>
            <a:lvl1pPr algn="r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100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3829878"/>
            <a:ext cx="6858000" cy="618523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190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542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40899" y="4464028"/>
            <a:ext cx="6858000" cy="1194650"/>
          </a:xfrm>
        </p:spPr>
        <p:txBody>
          <a:bodyPr wrap="none" anchor="t">
            <a:normAutofit/>
          </a:bodyPr>
          <a:lstStyle>
            <a:lvl1pPr algn="l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40899" y="3829878"/>
            <a:ext cx="6858000" cy="617822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29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0000" y="1825625"/>
            <a:ext cx="3768912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880" y="1825625"/>
            <a:ext cx="377547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27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681163"/>
            <a:ext cx="376891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0" y="2505075"/>
            <a:ext cx="3768912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880" y="1681163"/>
            <a:ext cx="3776661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880" y="2505075"/>
            <a:ext cx="377666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82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82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2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26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304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367161"/>
            <a:ext cx="7886700" cy="81935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987426"/>
            <a:ext cx="7886700" cy="337973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5186516"/>
            <a:ext cx="7885509" cy="682472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369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353434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489399"/>
            <a:ext cx="7885509" cy="150182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4335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365125"/>
            <a:ext cx="6977064" cy="2992904"/>
          </a:xfrm>
        </p:spPr>
        <p:txBody>
          <a:bodyPr anchor="ctr"/>
          <a:lstStyle>
            <a:lvl1pPr>
              <a:defRPr sz="33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4501729"/>
            <a:ext cx="7884318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33283" y="786824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2743200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5067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326968"/>
            <a:ext cx="7886700" cy="2511835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50581"/>
            <a:ext cx="7885509" cy="114064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3848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02961" y="1885950"/>
            <a:ext cx="221015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7598" y="2571750"/>
            <a:ext cx="21955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0996" y="1885950"/>
            <a:ext cx="220218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33081" y="2571750"/>
            <a:ext cx="2210096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71777" y="1885950"/>
            <a:ext cx="2199085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71777" y="2571750"/>
            <a:ext cx="2199085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7987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99064" y="4297503"/>
            <a:ext cx="2205038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9064" y="2256354"/>
            <a:ext cx="220503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99064" y="4873766"/>
            <a:ext cx="220503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748" y="4297503"/>
            <a:ext cx="2197894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256354"/>
            <a:ext cx="219789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5733" y="4873765"/>
            <a:ext cx="2200805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53242" y="4297503"/>
            <a:ext cx="219908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53241" y="2256354"/>
            <a:ext cx="219908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53148" y="4873763"/>
            <a:ext cx="220199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711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4840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53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825625"/>
            <a:ext cx="767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358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02056" y="4182036"/>
            <a:ext cx="5666814" cy="963706"/>
          </a:xfrm>
        </p:spPr>
        <p:txBody>
          <a:bodyPr>
            <a:normAutofit fontScale="90000"/>
          </a:bodyPr>
          <a:lstStyle/>
          <a:p>
            <a:r>
              <a:rPr dirty="0"/>
              <a:t>Proyecto</a:t>
            </a:r>
            <a:r>
              <a:rPr lang="es-ES" dirty="0"/>
              <a:t> </a:t>
            </a:r>
            <a:r>
              <a:rPr lang="es-ES" dirty="0" err="1"/>
              <a:t>Nuvia</a:t>
            </a:r>
            <a:r>
              <a:rPr dirty="0"/>
              <a:t> </a:t>
            </a:r>
            <a:r>
              <a:rPr dirty="0" err="1"/>
              <a:t>PlayStore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5950" y="3514165"/>
            <a:ext cx="6400800" cy="605118"/>
          </a:xfrm>
        </p:spPr>
        <p:txBody>
          <a:bodyPr/>
          <a:lstStyle/>
          <a:p>
            <a:r>
              <a:rPr dirty="0" err="1"/>
              <a:t>Evaluación</a:t>
            </a:r>
            <a:r>
              <a:rPr dirty="0"/>
              <a:t> </a:t>
            </a:r>
            <a:r>
              <a:rPr lang="es-ES" dirty="0"/>
              <a:t>y presentación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General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53" y="2738719"/>
            <a:ext cx="8229600" cy="3195918"/>
          </a:xfrm>
        </p:spPr>
        <p:txBody>
          <a:bodyPr/>
          <a:lstStyle/>
          <a:p>
            <a:r>
              <a:rPr dirty="0"/>
              <a:t>Este </a:t>
            </a:r>
            <a:r>
              <a:rPr dirty="0" err="1"/>
              <a:t>documento</a:t>
            </a:r>
            <a:r>
              <a:rPr dirty="0"/>
              <a:t> </a:t>
            </a:r>
            <a:r>
              <a:rPr dirty="0" err="1"/>
              <a:t>presenta</a:t>
            </a:r>
            <a:r>
              <a:rPr dirty="0"/>
              <a:t> un </a:t>
            </a:r>
            <a:r>
              <a:rPr dirty="0" err="1"/>
              <a:t>análisis</a:t>
            </a:r>
            <a:r>
              <a:rPr dirty="0"/>
              <a:t> del </a:t>
            </a:r>
            <a:r>
              <a:rPr dirty="0" err="1"/>
              <a:t>proyecto</a:t>
            </a:r>
            <a:r>
              <a:rPr dirty="0"/>
              <a:t> ‘</a:t>
            </a:r>
            <a:r>
              <a:rPr lang="es-ES" dirty="0" err="1"/>
              <a:t>Nuvia</a:t>
            </a:r>
            <a:r>
              <a:rPr dirty="0" err="1"/>
              <a:t>PlayStore_Proyect</a:t>
            </a:r>
            <a:r>
              <a:rPr dirty="0"/>
              <a:t>', </a:t>
            </a:r>
            <a:r>
              <a:rPr dirty="0" err="1"/>
              <a:t>enfocado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identificar</a:t>
            </a:r>
            <a:r>
              <a:rPr dirty="0"/>
              <a:t> </a:t>
            </a:r>
            <a:r>
              <a:rPr dirty="0" err="1"/>
              <a:t>oportunidades</a:t>
            </a:r>
            <a:r>
              <a:rPr dirty="0"/>
              <a:t> de </a:t>
            </a:r>
            <a:r>
              <a:rPr dirty="0" err="1"/>
              <a:t>negocio</a:t>
            </a:r>
            <a:r>
              <a:rPr dirty="0"/>
              <a:t>, </a:t>
            </a:r>
            <a:r>
              <a:rPr dirty="0" err="1"/>
              <a:t>fortalezas</a:t>
            </a:r>
            <a:r>
              <a:rPr dirty="0"/>
              <a:t>, </a:t>
            </a:r>
            <a:r>
              <a:rPr dirty="0" err="1"/>
              <a:t>debilidades</a:t>
            </a:r>
            <a:r>
              <a:rPr dirty="0"/>
              <a:t>, </a:t>
            </a:r>
            <a:r>
              <a:rPr dirty="0" err="1"/>
              <a:t>riesgos</a:t>
            </a:r>
            <a:r>
              <a:rPr dirty="0"/>
              <a:t> y </a:t>
            </a:r>
            <a:r>
              <a:rPr dirty="0" err="1"/>
              <a:t>proyecciones</a:t>
            </a:r>
            <a:r>
              <a:rPr dirty="0"/>
              <a:t> </a:t>
            </a:r>
            <a:r>
              <a:rPr dirty="0" err="1"/>
              <a:t>estratégicas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punto de vista de la </a:t>
            </a:r>
            <a:r>
              <a:rPr dirty="0" err="1"/>
              <a:t>dirección</a:t>
            </a:r>
            <a:r>
              <a:rPr dirty="0"/>
              <a:t> </a:t>
            </a:r>
            <a:r>
              <a:rPr dirty="0" err="1"/>
              <a:t>ejecutiva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Estructura y Contenido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811" y="3052484"/>
            <a:ext cx="8229600" cy="1546412"/>
          </a:xfrm>
        </p:spPr>
        <p:txBody>
          <a:bodyPr>
            <a:normAutofit/>
          </a:bodyPr>
          <a:lstStyle/>
          <a:p>
            <a:r>
              <a:rPr dirty="0"/>
              <a:t>El </a:t>
            </a:r>
            <a:r>
              <a:rPr dirty="0" err="1"/>
              <a:t>proyecto</a:t>
            </a:r>
            <a:r>
              <a:rPr dirty="0"/>
              <a:t> </a:t>
            </a:r>
            <a:r>
              <a:rPr dirty="0" err="1"/>
              <a:t>incluye</a:t>
            </a:r>
            <a:r>
              <a:rPr dirty="0"/>
              <a:t> los </a:t>
            </a:r>
            <a:r>
              <a:rPr dirty="0" err="1"/>
              <a:t>siguientes</a:t>
            </a:r>
            <a:r>
              <a:rPr dirty="0"/>
              <a:t> </a:t>
            </a:r>
            <a:r>
              <a:rPr dirty="0" err="1"/>
              <a:t>componentes</a:t>
            </a:r>
            <a:r>
              <a:rPr lang="es-ES" dirty="0"/>
              <a:t> </a:t>
            </a:r>
            <a:r>
              <a:rPr lang="es-ES" dirty="0" err="1"/>
              <a:t>tecnicos</a:t>
            </a:r>
            <a:r>
              <a:rPr dirty="0"/>
              <a:t> </a:t>
            </a:r>
            <a:r>
              <a:rPr dirty="0" err="1"/>
              <a:t>principales</a:t>
            </a:r>
            <a:r>
              <a:rPr lang="es-ES" dirty="0"/>
              <a:t> </a:t>
            </a:r>
            <a:r>
              <a:rPr lang="es-ES" dirty="0" err="1"/>
              <a:t>extraidos</a:t>
            </a:r>
            <a:r>
              <a:rPr lang="es-ES" dirty="0"/>
              <a:t> del </a:t>
            </a:r>
            <a:r>
              <a:rPr lang="es-ES" dirty="0" err="1"/>
              <a:t>codigo</a:t>
            </a:r>
            <a:r>
              <a:rPr dirty="0"/>
              <a:t> :</a:t>
            </a:r>
          </a:p>
          <a:p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C1DCA1-D0E3-4183-B4AF-EDF7434DF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47" y="129987"/>
            <a:ext cx="8812306" cy="6441142"/>
          </a:xfrm>
        </p:spPr>
        <p:txBody>
          <a:bodyPr>
            <a:normAutofit/>
          </a:bodyPr>
          <a:lstStyle/>
          <a:p>
            <a:r>
              <a:rPr lang="es-CO" sz="800" b="1" dirty="0"/>
              <a:t>- Código:</a:t>
            </a:r>
          </a:p>
          <a:p>
            <a:r>
              <a:rPr lang="es-CO" sz="800" b="1" dirty="0" err="1"/>
              <a:t>import</a:t>
            </a:r>
            <a:r>
              <a:rPr lang="es-CO" sz="800" b="1" dirty="0"/>
              <a:t> </a:t>
            </a:r>
            <a:r>
              <a:rPr lang="es-CO" sz="800" b="1" dirty="0" err="1"/>
              <a:t>kagglehub</a:t>
            </a:r>
            <a:endParaRPr lang="es-CO" sz="800" b="1" dirty="0"/>
          </a:p>
          <a:p>
            <a:r>
              <a:rPr lang="es-CO" sz="800" b="1" dirty="0" err="1"/>
              <a:t>import</a:t>
            </a:r>
            <a:r>
              <a:rPr lang="es-CO" sz="800" b="1" dirty="0"/>
              <a:t> pandas as </a:t>
            </a:r>
            <a:r>
              <a:rPr lang="es-CO" sz="800" b="1" dirty="0" err="1"/>
              <a:t>pd</a:t>
            </a:r>
            <a:endParaRPr lang="es-CO" sz="800" b="1" dirty="0"/>
          </a:p>
          <a:p>
            <a:r>
              <a:rPr lang="es-CO" sz="800" b="1" dirty="0" err="1"/>
              <a:t>import</a:t>
            </a:r>
            <a:r>
              <a:rPr lang="es-CO" sz="800" b="1" dirty="0"/>
              <a:t> </a:t>
            </a:r>
            <a:r>
              <a:rPr lang="es-CO" sz="800" b="1" dirty="0" err="1"/>
              <a:t>numpy</a:t>
            </a:r>
            <a:r>
              <a:rPr lang="es-CO" sz="800" b="1" dirty="0"/>
              <a:t> as </a:t>
            </a:r>
            <a:r>
              <a:rPr lang="es-CO" sz="800" b="1" dirty="0" err="1"/>
              <a:t>np</a:t>
            </a:r>
            <a:endParaRPr lang="es-CO" sz="800" b="1" dirty="0"/>
          </a:p>
          <a:p>
            <a:r>
              <a:rPr lang="es-CO" sz="800" b="1" dirty="0" err="1"/>
              <a:t>import</a:t>
            </a:r>
            <a:r>
              <a:rPr lang="es-CO" sz="800" b="1" dirty="0"/>
              <a:t> </a:t>
            </a:r>
            <a:r>
              <a:rPr lang="es-CO" sz="800" b="1" dirty="0" err="1"/>
              <a:t>matplotlib.pyplot</a:t>
            </a:r>
            <a:r>
              <a:rPr lang="es-CO" sz="800" b="1" dirty="0"/>
              <a:t> as </a:t>
            </a:r>
            <a:r>
              <a:rPr lang="es-CO" sz="800" b="1" dirty="0" err="1"/>
              <a:t>plt</a:t>
            </a:r>
            <a:endParaRPr lang="es-CO" sz="800" b="1" dirty="0"/>
          </a:p>
          <a:p>
            <a:r>
              <a:rPr lang="es-CO" sz="800" b="1" dirty="0" err="1"/>
              <a:t>import</a:t>
            </a:r>
            <a:r>
              <a:rPr lang="es-CO" sz="800" b="1" dirty="0"/>
              <a:t> </a:t>
            </a:r>
            <a:r>
              <a:rPr lang="es-CO" sz="800" b="1" dirty="0" err="1"/>
              <a:t>seaborn</a:t>
            </a:r>
            <a:r>
              <a:rPr lang="es-CO" sz="800" b="1" dirty="0"/>
              <a:t> as </a:t>
            </a:r>
            <a:r>
              <a:rPr lang="es-CO" sz="800" b="1" dirty="0" err="1"/>
              <a:t>sns</a:t>
            </a:r>
            <a:endParaRPr lang="es-CO" sz="800" b="1" dirty="0"/>
          </a:p>
          <a:p>
            <a:r>
              <a:rPr lang="es-CO" sz="800" b="1" dirty="0" err="1"/>
              <a:t>import</a:t>
            </a:r>
            <a:r>
              <a:rPr lang="es-CO" sz="800" b="1" dirty="0"/>
              <a:t> os</a:t>
            </a:r>
          </a:p>
          <a:p>
            <a:r>
              <a:rPr lang="es-CO" sz="800" b="1" dirty="0" err="1"/>
              <a:t>path</a:t>
            </a:r>
            <a:r>
              <a:rPr lang="es-CO" sz="800" b="1" dirty="0"/>
              <a:t> = </a:t>
            </a:r>
            <a:r>
              <a:rPr lang="es-CO" sz="800" b="1" dirty="0" err="1"/>
              <a:t>kagglehub.dataset_download</a:t>
            </a:r>
            <a:r>
              <a:rPr lang="es-CO" sz="800" b="1" dirty="0"/>
              <a:t>("gauthamp10/</a:t>
            </a:r>
            <a:r>
              <a:rPr lang="es-CO" sz="800" b="1" dirty="0" err="1"/>
              <a:t>google</a:t>
            </a:r>
            <a:r>
              <a:rPr lang="es-CO" sz="800" b="1" dirty="0"/>
              <a:t>-</a:t>
            </a:r>
            <a:r>
              <a:rPr lang="es-CO" sz="800" b="1" dirty="0" err="1"/>
              <a:t>playstore</a:t>
            </a:r>
            <a:r>
              <a:rPr lang="es-CO" sz="800" b="1" dirty="0"/>
              <a:t>-apps")</a:t>
            </a:r>
          </a:p>
          <a:p>
            <a:r>
              <a:rPr lang="es-CO" sz="800" b="1" dirty="0"/>
              <a:t>...</a:t>
            </a:r>
          </a:p>
          <a:p>
            <a:r>
              <a:rPr lang="es-CO" sz="800" b="1" dirty="0"/>
              <a:t>- Código:</a:t>
            </a:r>
          </a:p>
          <a:p>
            <a:r>
              <a:rPr lang="es-CO" sz="800" b="1" dirty="0" err="1"/>
              <a:t>primer_filtro</a:t>
            </a:r>
            <a:r>
              <a:rPr lang="es-CO" sz="800" b="1" dirty="0"/>
              <a:t> = </a:t>
            </a:r>
            <a:r>
              <a:rPr lang="es-CO" sz="800" b="1" dirty="0" err="1"/>
              <a:t>df.sort_values</a:t>
            </a:r>
            <a:r>
              <a:rPr lang="es-CO" sz="800" b="1" dirty="0"/>
              <a:t>('Rating', </a:t>
            </a:r>
            <a:r>
              <a:rPr lang="es-CO" sz="800" b="1" dirty="0" err="1"/>
              <a:t>ascending</a:t>
            </a:r>
            <a:r>
              <a:rPr lang="es-CO" sz="800" b="1" dirty="0"/>
              <a:t>=False)[['Nombre App', '</a:t>
            </a:r>
            <a:r>
              <a:rPr lang="es-CO" sz="800" b="1" dirty="0" err="1"/>
              <a:t>Categoria</a:t>
            </a:r>
            <a:r>
              <a:rPr lang="es-CO" sz="800" b="1" dirty="0"/>
              <a:t>', 'Rating', 'Contador de Rating', 'Instalaciones', 'Gratis']]</a:t>
            </a:r>
          </a:p>
          <a:p>
            <a:r>
              <a:rPr lang="es-CO" sz="800" b="1" dirty="0" err="1"/>
              <a:t>display</a:t>
            </a:r>
            <a:r>
              <a:rPr lang="es-CO" sz="800" b="1" dirty="0"/>
              <a:t>(</a:t>
            </a:r>
            <a:r>
              <a:rPr lang="es-CO" sz="800" b="1" dirty="0" err="1"/>
              <a:t>primer_filtro</a:t>
            </a:r>
            <a:r>
              <a:rPr lang="es-CO" sz="800" b="1" dirty="0"/>
              <a:t>)</a:t>
            </a:r>
          </a:p>
          <a:p>
            <a:r>
              <a:rPr lang="es-CO" sz="800" b="1" dirty="0"/>
              <a:t>...</a:t>
            </a:r>
          </a:p>
          <a:p>
            <a:r>
              <a:rPr lang="es-CO" sz="800" b="1" dirty="0"/>
              <a:t>- Código:</a:t>
            </a:r>
          </a:p>
          <a:p>
            <a:r>
              <a:rPr lang="es-CO" sz="800" b="1" dirty="0" err="1"/>
              <a:t>df_clean</a:t>
            </a:r>
            <a:r>
              <a:rPr lang="es-CO" sz="800" b="1" dirty="0"/>
              <a:t> = </a:t>
            </a:r>
            <a:r>
              <a:rPr lang="es-CO" sz="800" b="1" dirty="0" err="1"/>
              <a:t>df</a:t>
            </a:r>
            <a:r>
              <a:rPr lang="es-CO" sz="800" b="1" dirty="0"/>
              <a:t>[</a:t>
            </a:r>
            <a:r>
              <a:rPr lang="es-CO" sz="800" b="1" dirty="0" err="1"/>
              <a:t>df</a:t>
            </a:r>
            <a:r>
              <a:rPr lang="es-CO" sz="800" b="1" dirty="0"/>
              <a:t>['Rating'].</a:t>
            </a:r>
            <a:r>
              <a:rPr lang="es-CO" sz="800" b="1" dirty="0" err="1"/>
              <a:t>notna</a:t>
            </a:r>
            <a:r>
              <a:rPr lang="es-CO" sz="800" b="1" dirty="0"/>
              <a:t>()].</a:t>
            </a:r>
            <a:r>
              <a:rPr lang="es-CO" sz="800" b="1" dirty="0" err="1"/>
              <a:t>copy</a:t>
            </a:r>
            <a:r>
              <a:rPr lang="es-CO" sz="800" b="1" dirty="0"/>
              <a:t>()</a:t>
            </a:r>
          </a:p>
          <a:p>
            <a:r>
              <a:rPr lang="es-CO" sz="800" b="1" dirty="0"/>
              <a:t># Convertimos la columna 'Liberada' a </a:t>
            </a:r>
            <a:r>
              <a:rPr lang="es-CO" sz="800" b="1" dirty="0" err="1"/>
              <a:t>datetime</a:t>
            </a:r>
            <a:r>
              <a:rPr lang="es-CO" sz="800" b="1" dirty="0"/>
              <a:t> para análisis temporal</a:t>
            </a:r>
          </a:p>
          <a:p>
            <a:r>
              <a:rPr lang="es-CO" sz="800" b="1" dirty="0" err="1"/>
              <a:t>df_clean</a:t>
            </a:r>
            <a:r>
              <a:rPr lang="es-CO" sz="800" b="1" dirty="0"/>
              <a:t>['Liberada'] = </a:t>
            </a:r>
            <a:r>
              <a:rPr lang="es-CO" sz="800" b="1" dirty="0" err="1"/>
              <a:t>pd.to_datetime</a:t>
            </a:r>
            <a:r>
              <a:rPr lang="es-CO" sz="800" b="1" dirty="0"/>
              <a:t>(</a:t>
            </a:r>
            <a:r>
              <a:rPr lang="es-CO" sz="800" b="1" dirty="0" err="1"/>
              <a:t>df_clean</a:t>
            </a:r>
            <a:r>
              <a:rPr lang="es-CO" sz="800" b="1" dirty="0"/>
              <a:t>['Liberada'], </a:t>
            </a:r>
            <a:r>
              <a:rPr lang="es-CO" sz="800" b="1" dirty="0" err="1"/>
              <a:t>errors</a:t>
            </a:r>
            <a:r>
              <a:rPr lang="es-CO" sz="800" b="1" dirty="0"/>
              <a:t>='coerce')</a:t>
            </a:r>
          </a:p>
          <a:p>
            <a:r>
              <a:rPr lang="es-CO" sz="800" b="1" dirty="0"/>
              <a:t>...</a:t>
            </a:r>
          </a:p>
          <a:p>
            <a:r>
              <a:rPr lang="es-CO" sz="800" b="1" dirty="0"/>
              <a:t>- Código:</a:t>
            </a:r>
          </a:p>
          <a:p>
            <a:r>
              <a:rPr lang="es-CO" sz="800" b="1" dirty="0" err="1"/>
              <a:t>plt.figure</a:t>
            </a:r>
            <a:r>
              <a:rPr lang="es-CO" sz="800" b="1" dirty="0"/>
              <a:t>(</a:t>
            </a:r>
            <a:r>
              <a:rPr lang="es-CO" sz="800" b="1" dirty="0" err="1"/>
              <a:t>figsize</a:t>
            </a:r>
            <a:r>
              <a:rPr lang="es-CO" sz="800" b="1" dirty="0"/>
              <a:t>=(12, 8))</a:t>
            </a:r>
          </a:p>
          <a:p>
            <a:r>
              <a:rPr lang="es-CO" sz="800" b="1" dirty="0" err="1"/>
              <a:t>top_categorias</a:t>
            </a:r>
            <a:r>
              <a:rPr lang="es-CO" sz="800" b="1" dirty="0"/>
              <a:t> = </a:t>
            </a:r>
            <a:r>
              <a:rPr lang="es-CO" sz="800" b="1" dirty="0" err="1"/>
              <a:t>df_significativo</a:t>
            </a:r>
            <a:r>
              <a:rPr lang="es-CO" sz="800" b="1" dirty="0"/>
              <a:t>['</a:t>
            </a:r>
            <a:r>
              <a:rPr lang="es-CO" sz="800" b="1" dirty="0" err="1"/>
              <a:t>Categoria</a:t>
            </a:r>
            <a:r>
              <a:rPr lang="es-CO" sz="800" b="1" dirty="0"/>
              <a:t>'].</a:t>
            </a:r>
            <a:r>
              <a:rPr lang="es-CO" sz="800" b="1" dirty="0" err="1"/>
              <a:t>value_counts</a:t>
            </a:r>
            <a:r>
              <a:rPr lang="es-CO" sz="800" b="1" dirty="0"/>
              <a:t>().head(10).</a:t>
            </a:r>
            <a:r>
              <a:rPr lang="es-CO" sz="800" b="1" dirty="0" err="1"/>
              <a:t>index</a:t>
            </a:r>
            <a:endParaRPr lang="es-CO" sz="800" b="1" dirty="0"/>
          </a:p>
          <a:p>
            <a:r>
              <a:rPr lang="es-CO" sz="800" b="1" dirty="0" err="1"/>
              <a:t>df_top_cat</a:t>
            </a:r>
            <a:r>
              <a:rPr lang="es-CO" sz="800" b="1" dirty="0"/>
              <a:t> = </a:t>
            </a:r>
            <a:r>
              <a:rPr lang="es-CO" sz="800" b="1" dirty="0" err="1"/>
              <a:t>df_significativo</a:t>
            </a:r>
            <a:r>
              <a:rPr lang="es-CO" sz="800" b="1" dirty="0"/>
              <a:t>[</a:t>
            </a:r>
            <a:r>
              <a:rPr lang="es-CO" sz="800" b="1" dirty="0" err="1"/>
              <a:t>df_significativo</a:t>
            </a:r>
            <a:r>
              <a:rPr lang="es-CO" sz="800" b="1" dirty="0"/>
              <a:t>['</a:t>
            </a:r>
            <a:r>
              <a:rPr lang="es-CO" sz="800" b="1" dirty="0" err="1"/>
              <a:t>Categoria</a:t>
            </a:r>
            <a:r>
              <a:rPr lang="es-CO" sz="800" b="1" dirty="0"/>
              <a:t>'].</a:t>
            </a:r>
            <a:r>
              <a:rPr lang="es-CO" sz="800" b="1" dirty="0" err="1"/>
              <a:t>isin</a:t>
            </a:r>
            <a:r>
              <a:rPr lang="es-CO" sz="800" b="1" dirty="0"/>
              <a:t>(</a:t>
            </a:r>
            <a:r>
              <a:rPr lang="es-CO" sz="800" b="1" dirty="0" err="1"/>
              <a:t>top_categorias</a:t>
            </a:r>
            <a:r>
              <a:rPr lang="es-CO" sz="800" b="1" dirty="0"/>
              <a:t>)]</a:t>
            </a:r>
          </a:p>
          <a:p>
            <a:r>
              <a:rPr lang="es-CO" sz="800" b="1" dirty="0"/>
              <a:t># Cr...</a:t>
            </a:r>
          </a:p>
          <a:p>
            <a:r>
              <a:rPr lang="es-CO" sz="800" b="1" dirty="0"/>
              <a:t>- Código:</a:t>
            </a:r>
          </a:p>
          <a:p>
            <a:r>
              <a:rPr lang="es-CO" sz="800" b="1" dirty="0" err="1"/>
              <a:t>plt.figure</a:t>
            </a:r>
            <a:r>
              <a:rPr lang="es-CO" sz="800" b="1" dirty="0"/>
              <a:t>(</a:t>
            </a:r>
            <a:r>
              <a:rPr lang="es-CO" sz="800" b="1" dirty="0" err="1"/>
              <a:t>figsize</a:t>
            </a:r>
            <a:r>
              <a:rPr lang="es-CO" sz="800" b="1" dirty="0"/>
              <a:t>=(10, 6))</a:t>
            </a:r>
          </a:p>
          <a:p>
            <a:endParaRPr lang="es-CO" sz="800" b="1" dirty="0"/>
          </a:p>
          <a:p>
            <a:r>
              <a:rPr lang="es-CO" sz="800" b="1" dirty="0"/>
              <a:t># Escala </a:t>
            </a:r>
            <a:r>
              <a:rPr lang="es-CO" sz="800" b="1" dirty="0" err="1"/>
              <a:t>logaritmica</a:t>
            </a:r>
            <a:r>
              <a:rPr lang="es-CO" sz="800" b="1" dirty="0"/>
              <a:t> por la </a:t>
            </a:r>
            <a:r>
              <a:rPr lang="es-CO" sz="800" b="1" dirty="0" err="1"/>
              <a:t>variacion</a:t>
            </a:r>
            <a:r>
              <a:rPr lang="es-CO" sz="800" b="1" dirty="0"/>
              <a:t> alta</a:t>
            </a:r>
          </a:p>
          <a:p>
            <a:r>
              <a:rPr lang="es-CO" sz="800" b="1" dirty="0" err="1"/>
              <a:t>plt.scatter</a:t>
            </a:r>
            <a:r>
              <a:rPr lang="es-CO" sz="800" b="1" dirty="0"/>
              <a:t>(</a:t>
            </a:r>
            <a:r>
              <a:rPr lang="es-CO" sz="800" b="1" dirty="0" err="1"/>
              <a:t>df_significativo</a:t>
            </a:r>
            <a:r>
              <a:rPr lang="es-CO" sz="800" b="1" dirty="0"/>
              <a:t>['Contador de Rating'],</a:t>
            </a:r>
          </a:p>
          <a:p>
            <a:r>
              <a:rPr lang="es-CO" sz="800" b="1" dirty="0"/>
              <a:t>           </a:t>
            </a:r>
            <a:r>
              <a:rPr lang="es-CO" sz="800" b="1" dirty="0" err="1"/>
              <a:t>df_significativo</a:t>
            </a:r>
            <a:r>
              <a:rPr lang="es-CO" sz="800" b="1" dirty="0"/>
              <a:t>['Rating'],</a:t>
            </a:r>
          </a:p>
          <a:p>
            <a:r>
              <a:rPr lang="es-CO" sz="800" b="1" dirty="0"/>
              <a:t>           </a:t>
            </a:r>
            <a:r>
              <a:rPr lang="es-CO" sz="800" b="1" dirty="0" err="1"/>
              <a:t>alpha</a:t>
            </a:r>
            <a:r>
              <a:rPr lang="es-CO" sz="800" b="1" dirty="0"/>
              <a:t>=0.6,</a:t>
            </a:r>
          </a:p>
        </p:txBody>
      </p:sp>
    </p:spTree>
    <p:extLst>
      <p:ext uri="{BB962C8B-B14F-4D97-AF65-F5344CB8AC3E}">
        <p14:creationId xmlns:p14="http://schemas.microsoft.com/office/powerpoint/2010/main" val="2910427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Aspectos</a:t>
            </a:r>
            <a:r>
              <a:rPr dirty="0"/>
              <a:t>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588" y="1576574"/>
            <a:ext cx="8229600" cy="4525963"/>
          </a:xfrm>
        </p:spPr>
        <p:txBody>
          <a:bodyPr>
            <a:normAutofit/>
          </a:bodyPr>
          <a:lstStyle/>
          <a:p>
            <a:r>
              <a:rPr sz="2800" dirty="0" err="1"/>
              <a:t>Enfoque</a:t>
            </a:r>
            <a:r>
              <a:rPr sz="2800" dirty="0"/>
              <a:t> del </a:t>
            </a:r>
            <a:r>
              <a:rPr sz="2800" dirty="0" err="1"/>
              <a:t>proyecto</a:t>
            </a:r>
            <a:r>
              <a:rPr sz="2800" dirty="0"/>
              <a:t> </a:t>
            </a:r>
            <a:r>
              <a:rPr sz="2800" dirty="0" err="1"/>
              <a:t>en</a:t>
            </a:r>
            <a:r>
              <a:rPr sz="2800" dirty="0"/>
              <a:t> </a:t>
            </a:r>
            <a:r>
              <a:rPr sz="2800" dirty="0" err="1"/>
              <a:t>análisis</a:t>
            </a:r>
            <a:r>
              <a:rPr sz="2800" dirty="0"/>
              <a:t> de </a:t>
            </a:r>
            <a:r>
              <a:rPr sz="2800" dirty="0" err="1"/>
              <a:t>datos</a:t>
            </a:r>
            <a:r>
              <a:rPr sz="2800" dirty="0"/>
              <a:t> de </a:t>
            </a:r>
            <a:r>
              <a:rPr sz="2800" dirty="0" err="1"/>
              <a:t>aplicaciones</a:t>
            </a:r>
            <a:r>
              <a:rPr sz="2800" dirty="0"/>
              <a:t> </a:t>
            </a:r>
            <a:r>
              <a:rPr sz="2800" dirty="0" err="1"/>
              <a:t>PlayStore</a:t>
            </a:r>
            <a:r>
              <a:rPr sz="2800" dirty="0"/>
              <a:t>.</a:t>
            </a:r>
          </a:p>
          <a:p>
            <a:r>
              <a:rPr sz="2800" dirty="0" err="1"/>
              <a:t>Uso</a:t>
            </a:r>
            <a:r>
              <a:rPr sz="2800" dirty="0"/>
              <a:t> de </a:t>
            </a:r>
            <a:r>
              <a:rPr sz="2800" dirty="0" err="1"/>
              <a:t>herramientas</a:t>
            </a:r>
            <a:r>
              <a:rPr sz="2800" dirty="0"/>
              <a:t> de </a:t>
            </a:r>
            <a:r>
              <a:rPr sz="2800" dirty="0" err="1"/>
              <a:t>ciencia</a:t>
            </a:r>
            <a:r>
              <a:rPr sz="2800" dirty="0"/>
              <a:t> de </a:t>
            </a:r>
            <a:r>
              <a:rPr sz="2800" dirty="0" err="1"/>
              <a:t>datos</a:t>
            </a:r>
            <a:r>
              <a:rPr sz="2800" dirty="0"/>
              <a:t> (Python, Pandas, Matplotlib).</a:t>
            </a:r>
          </a:p>
          <a:p>
            <a:r>
              <a:rPr sz="2800" dirty="0" err="1"/>
              <a:t>Potencial</a:t>
            </a:r>
            <a:r>
              <a:rPr sz="2800" dirty="0"/>
              <a:t> para </a:t>
            </a:r>
            <a:r>
              <a:rPr sz="2800" dirty="0" err="1"/>
              <a:t>generar</a:t>
            </a:r>
            <a:r>
              <a:rPr sz="2800" dirty="0"/>
              <a:t> insights </a:t>
            </a:r>
            <a:r>
              <a:rPr sz="2800" dirty="0" err="1"/>
              <a:t>sobre</a:t>
            </a:r>
            <a:r>
              <a:rPr sz="2800" dirty="0"/>
              <a:t> </a:t>
            </a:r>
            <a:r>
              <a:rPr sz="2800" dirty="0" err="1"/>
              <a:t>tendencias</a:t>
            </a:r>
            <a:r>
              <a:rPr sz="2800" dirty="0"/>
              <a:t> de mercado.</a:t>
            </a:r>
          </a:p>
          <a:p>
            <a:r>
              <a:rPr sz="2800" dirty="0" err="1"/>
              <a:t>Escalabilidad</a:t>
            </a:r>
            <a:r>
              <a:rPr sz="2800" dirty="0"/>
              <a:t> </a:t>
            </a:r>
            <a:r>
              <a:rPr sz="2800" dirty="0" err="1"/>
              <a:t>hacia</a:t>
            </a:r>
            <a:r>
              <a:rPr sz="2800" dirty="0"/>
              <a:t> </a:t>
            </a:r>
            <a:r>
              <a:rPr sz="2800" dirty="0" err="1"/>
              <a:t>modelos</a:t>
            </a:r>
            <a:r>
              <a:rPr sz="2800" dirty="0"/>
              <a:t> </a:t>
            </a:r>
            <a:r>
              <a:rPr sz="2800" dirty="0" err="1"/>
              <a:t>predictivos</a:t>
            </a:r>
            <a:r>
              <a:rPr sz="2800" dirty="0"/>
              <a:t> de </a:t>
            </a:r>
            <a:r>
              <a:rPr sz="2800" dirty="0" err="1"/>
              <a:t>éxito</a:t>
            </a:r>
            <a:r>
              <a:rPr sz="2800" dirty="0"/>
              <a:t> de apps.</a:t>
            </a:r>
          </a:p>
          <a:p>
            <a:r>
              <a:rPr sz="2800" dirty="0" err="1"/>
              <a:t>Relevancia</a:t>
            </a:r>
            <a:r>
              <a:rPr sz="2800" dirty="0"/>
              <a:t> </a:t>
            </a:r>
            <a:r>
              <a:rPr sz="2800" dirty="0" err="1"/>
              <a:t>estratégica</a:t>
            </a:r>
            <a:r>
              <a:rPr sz="2800" dirty="0"/>
              <a:t> para </a:t>
            </a:r>
            <a:r>
              <a:rPr sz="2800" dirty="0" err="1"/>
              <a:t>decisiones</a:t>
            </a:r>
            <a:r>
              <a:rPr sz="2800" dirty="0"/>
              <a:t> de </a:t>
            </a:r>
            <a:r>
              <a:rPr sz="2800" dirty="0" err="1"/>
              <a:t>inversión</a:t>
            </a:r>
            <a:r>
              <a:rPr sz="2800" dirty="0"/>
              <a:t> </a:t>
            </a:r>
            <a:r>
              <a:rPr sz="2800" dirty="0" err="1"/>
              <a:t>tecnológica</a:t>
            </a:r>
            <a:r>
              <a:rPr sz="28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60337"/>
            <a:ext cx="7620000" cy="978181"/>
          </a:xfrm>
        </p:spPr>
        <p:txBody>
          <a:bodyPr>
            <a:normAutofit/>
          </a:bodyPr>
          <a:lstStyle/>
          <a:p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Estratégico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53" y="1303337"/>
            <a:ext cx="8229600" cy="513332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- </a:t>
            </a:r>
            <a:r>
              <a:rPr dirty="0" err="1"/>
              <a:t>Visión</a:t>
            </a:r>
            <a:r>
              <a:rPr dirty="0"/>
              <a:t> de </a:t>
            </a:r>
            <a:r>
              <a:rPr dirty="0" err="1"/>
              <a:t>Negocio</a:t>
            </a:r>
            <a:r>
              <a:rPr dirty="0"/>
              <a:t>: El </a:t>
            </a:r>
            <a:r>
              <a:rPr dirty="0" err="1"/>
              <a:t>proyecto</a:t>
            </a:r>
            <a:r>
              <a:rPr dirty="0"/>
              <a:t> </a:t>
            </a:r>
            <a:r>
              <a:rPr dirty="0" err="1"/>
              <a:t>tiene</a:t>
            </a:r>
            <a:r>
              <a:rPr dirty="0"/>
              <a:t> un </a:t>
            </a:r>
            <a:r>
              <a:rPr dirty="0" err="1"/>
              <a:t>enfoque</a:t>
            </a:r>
            <a:r>
              <a:rPr dirty="0"/>
              <a:t> </a:t>
            </a:r>
            <a:r>
              <a:rPr dirty="0" err="1"/>
              <a:t>alineado</a:t>
            </a:r>
            <a:r>
              <a:rPr dirty="0"/>
              <a:t> con la </a:t>
            </a:r>
            <a:r>
              <a:rPr dirty="0" err="1"/>
              <a:t>economía</a:t>
            </a:r>
            <a:r>
              <a:rPr dirty="0"/>
              <a:t> digital y la </a:t>
            </a:r>
            <a:r>
              <a:rPr dirty="0" err="1"/>
              <a:t>analítica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.</a:t>
            </a:r>
            <a:endParaRPr lang="es-ES" dirty="0"/>
          </a:p>
          <a:p>
            <a:pPr marL="0" indent="0">
              <a:buNone/>
            </a:pPr>
            <a:endParaRPr dirty="0"/>
          </a:p>
          <a:p>
            <a:r>
              <a:rPr dirty="0"/>
              <a:t>- Valor </a:t>
            </a:r>
            <a:r>
              <a:rPr dirty="0" err="1"/>
              <a:t>Estratégico</a:t>
            </a:r>
            <a:r>
              <a:rPr lang="es-ES" dirty="0"/>
              <a:t> </a:t>
            </a:r>
            <a:r>
              <a:rPr dirty="0"/>
              <a:t>: </a:t>
            </a:r>
            <a:r>
              <a:rPr dirty="0" err="1"/>
              <a:t>Proporciona</a:t>
            </a:r>
            <a:r>
              <a:rPr dirty="0"/>
              <a:t> </a:t>
            </a:r>
            <a:r>
              <a:rPr dirty="0" err="1"/>
              <a:t>información</a:t>
            </a:r>
            <a:r>
              <a:rPr dirty="0"/>
              <a:t> para la </a:t>
            </a:r>
            <a:r>
              <a:rPr dirty="0" err="1"/>
              <a:t>toma</a:t>
            </a:r>
            <a:r>
              <a:rPr dirty="0"/>
              <a:t> de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inversión</a:t>
            </a:r>
            <a:r>
              <a:rPr dirty="0"/>
              <a:t> </a:t>
            </a:r>
            <a:r>
              <a:rPr dirty="0" err="1"/>
              <a:t>tecnológica</a:t>
            </a:r>
            <a:r>
              <a:rPr dirty="0"/>
              <a:t> y </a:t>
            </a:r>
            <a:r>
              <a:rPr dirty="0" err="1"/>
              <a:t>desarrollo</a:t>
            </a:r>
            <a:r>
              <a:rPr dirty="0"/>
              <a:t> de </a:t>
            </a:r>
            <a:r>
              <a:rPr dirty="0" err="1"/>
              <a:t>productos</a:t>
            </a:r>
            <a:r>
              <a:rPr dirty="0"/>
              <a:t>.</a:t>
            </a:r>
            <a:endParaRPr lang="es-ES" dirty="0"/>
          </a:p>
          <a:p>
            <a:pPr marL="0" indent="0">
              <a:buNone/>
            </a:pPr>
            <a:endParaRPr dirty="0"/>
          </a:p>
          <a:p>
            <a:r>
              <a:rPr dirty="0"/>
              <a:t>- </a:t>
            </a:r>
            <a:r>
              <a:rPr dirty="0" err="1"/>
              <a:t>Escalabilidad</a:t>
            </a:r>
            <a:r>
              <a:rPr lang="es-ES" dirty="0"/>
              <a:t> </a:t>
            </a:r>
            <a:r>
              <a:rPr dirty="0"/>
              <a:t>: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evolucionar</a:t>
            </a:r>
            <a:r>
              <a:rPr dirty="0"/>
              <a:t> </a:t>
            </a:r>
            <a:r>
              <a:rPr dirty="0" err="1"/>
              <a:t>hacia</a:t>
            </a:r>
            <a:r>
              <a:rPr dirty="0"/>
              <a:t> una </a:t>
            </a:r>
            <a:r>
              <a:rPr dirty="0" err="1"/>
              <a:t>herramienta</a:t>
            </a:r>
            <a:r>
              <a:rPr dirty="0"/>
              <a:t> de </a:t>
            </a:r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predictivo</a:t>
            </a:r>
            <a:r>
              <a:rPr dirty="0"/>
              <a:t> con </a:t>
            </a:r>
            <a:r>
              <a:rPr dirty="0" err="1"/>
              <a:t>aplicaciones</a:t>
            </a:r>
            <a:r>
              <a:rPr dirty="0"/>
              <a:t> </a:t>
            </a:r>
            <a:r>
              <a:rPr dirty="0" err="1"/>
              <a:t>comerciales</a:t>
            </a:r>
            <a:r>
              <a:rPr dirty="0"/>
              <a:t>.</a:t>
            </a:r>
            <a:endParaRPr lang="es-ES" dirty="0"/>
          </a:p>
          <a:p>
            <a:pPr marL="0" indent="0">
              <a:buNone/>
            </a:pPr>
            <a:endParaRPr dirty="0"/>
          </a:p>
          <a:p>
            <a:r>
              <a:rPr dirty="0"/>
              <a:t>- </a:t>
            </a:r>
            <a:r>
              <a:rPr dirty="0" err="1"/>
              <a:t>Riesgos</a:t>
            </a:r>
            <a:r>
              <a:rPr dirty="0"/>
              <a:t>: </a:t>
            </a:r>
            <a:r>
              <a:rPr dirty="0" err="1"/>
              <a:t>Dependencia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externos</a:t>
            </a:r>
            <a:r>
              <a:rPr dirty="0"/>
              <a:t>, </a:t>
            </a:r>
            <a:r>
              <a:rPr dirty="0" err="1"/>
              <a:t>actualización</a:t>
            </a:r>
            <a:r>
              <a:rPr dirty="0"/>
              <a:t> </a:t>
            </a:r>
            <a:r>
              <a:rPr dirty="0" err="1"/>
              <a:t>constante</a:t>
            </a:r>
            <a:r>
              <a:rPr dirty="0"/>
              <a:t> de la API y </a:t>
            </a:r>
            <a:r>
              <a:rPr dirty="0" err="1"/>
              <a:t>necesidad</a:t>
            </a:r>
            <a:r>
              <a:rPr dirty="0"/>
              <a:t> de </a:t>
            </a:r>
            <a:r>
              <a:rPr dirty="0" err="1"/>
              <a:t>infraestructura</a:t>
            </a:r>
            <a:r>
              <a:rPr dirty="0"/>
              <a:t> </a:t>
            </a:r>
            <a:r>
              <a:rPr dirty="0" err="1"/>
              <a:t>robusta</a:t>
            </a:r>
            <a:r>
              <a:rPr dirty="0"/>
              <a:t>.</a:t>
            </a:r>
            <a:endParaRPr lang="es-ES" dirty="0"/>
          </a:p>
          <a:p>
            <a:pPr marL="0" indent="0">
              <a:buNone/>
            </a:pPr>
            <a:endParaRPr dirty="0"/>
          </a:p>
          <a:p>
            <a:r>
              <a:rPr dirty="0"/>
              <a:t>- </a:t>
            </a:r>
            <a:r>
              <a:rPr dirty="0" err="1"/>
              <a:t>Oportunidad</a:t>
            </a:r>
            <a:r>
              <a:rPr dirty="0"/>
              <a:t> de mercado: Gran </a:t>
            </a:r>
            <a:r>
              <a:rPr dirty="0" err="1"/>
              <a:t>demanda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sectores</a:t>
            </a:r>
            <a:r>
              <a:rPr dirty="0"/>
              <a:t> de </a:t>
            </a:r>
            <a:r>
              <a:rPr dirty="0" err="1"/>
              <a:t>análisis</a:t>
            </a:r>
            <a:r>
              <a:rPr dirty="0"/>
              <a:t> de apps </a:t>
            </a:r>
            <a:r>
              <a:rPr dirty="0" err="1"/>
              <a:t>móviles</a:t>
            </a:r>
            <a:r>
              <a:rPr dirty="0"/>
              <a:t> y marketing digital.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 y Recomendaciones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18529"/>
          </a:xfrm>
        </p:spPr>
        <p:txBody>
          <a:bodyPr>
            <a:normAutofit lnSpcReduction="10000"/>
          </a:bodyPr>
          <a:lstStyle/>
          <a:p>
            <a:r>
              <a:rPr dirty="0"/>
              <a:t>El </a:t>
            </a:r>
            <a:r>
              <a:rPr dirty="0" err="1"/>
              <a:t>proyecto</a:t>
            </a:r>
            <a:r>
              <a:rPr dirty="0"/>
              <a:t> '</a:t>
            </a:r>
            <a:r>
              <a:rPr dirty="0" err="1"/>
              <a:t>PlayStore_Proyect</a:t>
            </a:r>
            <a:r>
              <a:rPr dirty="0"/>
              <a:t>' </a:t>
            </a:r>
            <a:r>
              <a:rPr dirty="0" err="1"/>
              <a:t>demuestra</a:t>
            </a:r>
            <a:r>
              <a:rPr dirty="0"/>
              <a:t> un alto </a:t>
            </a:r>
            <a:r>
              <a:rPr dirty="0" err="1"/>
              <a:t>potencial</a:t>
            </a:r>
            <a:r>
              <a:rPr dirty="0"/>
              <a:t> </a:t>
            </a:r>
            <a:r>
              <a:rPr dirty="0" err="1"/>
              <a:t>estratégico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se </a:t>
            </a:r>
            <a:r>
              <a:rPr dirty="0" err="1"/>
              <a:t>orienta</a:t>
            </a:r>
            <a:r>
              <a:rPr dirty="0"/>
              <a:t> a la </a:t>
            </a:r>
            <a:r>
              <a:rPr dirty="0" err="1"/>
              <a:t>explotación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para la </a:t>
            </a:r>
            <a:r>
              <a:rPr dirty="0" err="1"/>
              <a:t>toma</a:t>
            </a:r>
            <a:r>
              <a:rPr dirty="0"/>
              <a:t> de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empresariales</a:t>
            </a:r>
            <a:r>
              <a:rPr dirty="0"/>
              <a:t>.</a:t>
            </a:r>
          </a:p>
          <a:p>
            <a:endParaRPr dirty="0"/>
          </a:p>
          <a:p>
            <a:pPr marL="0" indent="0">
              <a:buNone/>
            </a:pPr>
            <a:r>
              <a:rPr dirty="0" err="1"/>
              <a:t>Recomendaciones</a:t>
            </a:r>
            <a:r>
              <a:rPr dirty="0"/>
              <a:t> clave:</a:t>
            </a:r>
            <a:endParaRPr lang="es-ES" dirty="0"/>
          </a:p>
          <a:p>
            <a:pPr marL="0" indent="0">
              <a:buNone/>
            </a:pPr>
            <a:endParaRPr lang="es-ES" dirty="0"/>
          </a:p>
          <a:p>
            <a:r>
              <a:rPr dirty="0" err="1"/>
              <a:t>Formalizar</a:t>
            </a:r>
            <a:r>
              <a:rPr dirty="0"/>
              <a:t> un </a:t>
            </a:r>
            <a:r>
              <a:rPr dirty="0" err="1"/>
              <a:t>modelo</a:t>
            </a:r>
            <a:r>
              <a:rPr dirty="0"/>
              <a:t> de </a:t>
            </a:r>
            <a:r>
              <a:rPr dirty="0" err="1"/>
              <a:t>negocio</a:t>
            </a:r>
            <a:r>
              <a:rPr dirty="0"/>
              <a:t> </a:t>
            </a:r>
            <a:r>
              <a:rPr dirty="0" err="1"/>
              <a:t>basado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predictivo</a:t>
            </a:r>
            <a:r>
              <a:rPr lang="es-ES" dirty="0"/>
              <a:t> de las apps</a:t>
            </a:r>
            <a:r>
              <a:rPr dirty="0"/>
              <a:t>.</a:t>
            </a:r>
          </a:p>
          <a:p>
            <a:r>
              <a:rPr dirty="0" err="1"/>
              <a:t>Implementar</a:t>
            </a:r>
            <a:r>
              <a:rPr dirty="0"/>
              <a:t> dashboards de </a:t>
            </a:r>
            <a:r>
              <a:rPr dirty="0" err="1"/>
              <a:t>visualización</a:t>
            </a:r>
            <a:r>
              <a:rPr dirty="0"/>
              <a:t> </a:t>
            </a:r>
            <a:r>
              <a:rPr dirty="0" err="1"/>
              <a:t>interactiva</a:t>
            </a:r>
            <a:r>
              <a:rPr dirty="0"/>
              <a:t>.</a:t>
            </a:r>
          </a:p>
          <a:p>
            <a:r>
              <a:rPr dirty="0" err="1"/>
              <a:t>Escalar</a:t>
            </a:r>
            <a:r>
              <a:rPr dirty="0"/>
              <a:t> </a:t>
            </a:r>
            <a:r>
              <a:rPr dirty="0" err="1"/>
              <a:t>hacia</a:t>
            </a:r>
            <a:r>
              <a:rPr dirty="0"/>
              <a:t> </a:t>
            </a:r>
            <a:r>
              <a:rPr dirty="0" err="1"/>
              <a:t>servicios</a:t>
            </a:r>
            <a:r>
              <a:rPr dirty="0"/>
              <a:t> B2B de </a:t>
            </a:r>
            <a:r>
              <a:rPr dirty="0" err="1"/>
              <a:t>consultoría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análisis</a:t>
            </a:r>
            <a:r>
              <a:rPr dirty="0"/>
              <a:t> de </a:t>
            </a:r>
            <a:r>
              <a:rPr dirty="0" err="1"/>
              <a:t>aplicaciones</a:t>
            </a:r>
            <a:r>
              <a:rPr dirty="0"/>
              <a:t>.</a:t>
            </a:r>
            <a:endParaRPr lang="es-ES" dirty="0"/>
          </a:p>
          <a:p>
            <a:r>
              <a:rPr dirty="0" err="1"/>
              <a:t>Consolidar</a:t>
            </a:r>
            <a:r>
              <a:rPr dirty="0"/>
              <a:t> la </a:t>
            </a:r>
            <a:r>
              <a:rPr dirty="0" err="1"/>
              <a:t>infraestructura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con pipelines </a:t>
            </a:r>
            <a:r>
              <a:rPr dirty="0" err="1"/>
              <a:t>automatizados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undidad">
  <a:themeElements>
    <a:clrScheme name="Profundidad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Profundidad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fundidad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TM04033923[[fn=Profundidad]]</Template>
  <TotalTime>15</TotalTime>
  <Words>515</Words>
  <Application>Microsoft Office PowerPoint</Application>
  <PresentationFormat>Presentación en pantalla (4:3)</PresentationFormat>
  <Paragraphs>62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Corbel</vt:lpstr>
      <vt:lpstr>Profundidad</vt:lpstr>
      <vt:lpstr>Proyecto Nuvia PlayStore</vt:lpstr>
      <vt:lpstr>Resumen General del Proyecto</vt:lpstr>
      <vt:lpstr>Estructura y Contenido del Proyecto</vt:lpstr>
      <vt:lpstr>Presentación de PowerPoint</vt:lpstr>
      <vt:lpstr>Aspectos Clave</vt:lpstr>
      <vt:lpstr>Análisis Estratégico</vt:lpstr>
      <vt:lpstr>Conclusión y Recomendaciones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Nuvia PlayStore</dc:title>
  <dc:subject/>
  <dc:creator>Drxw</dc:creator>
  <cp:keywords/>
  <dc:description>generated using python-pptx</dc:description>
  <cp:lastModifiedBy>anderson moreno</cp:lastModifiedBy>
  <cp:revision>4</cp:revision>
  <dcterms:created xsi:type="dcterms:W3CDTF">2013-01-27T09:14:16Z</dcterms:created>
  <dcterms:modified xsi:type="dcterms:W3CDTF">2025-11-11T01:49:08Z</dcterms:modified>
  <cp:category/>
</cp:coreProperties>
</file>